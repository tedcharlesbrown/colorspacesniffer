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6D16-3871-AEE3-A7E1-0DC34C01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F9153-00F6-7F82-5253-F08FDE749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6B8CE-2F22-B38D-F075-971BEA15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784DB-08FC-1FF7-8D3D-DEC3C0A4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E3B30-F745-AFC9-EAF6-F1942B07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87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6B3C-DD84-A5D8-728A-7E846DE97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8D6D2-99E8-A3C7-1419-7AFB1A259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2E687-2B4D-36AC-E511-2895C59C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C92BD-9D97-E9F1-DD34-11690A81E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34CB-A22E-0A17-9310-AC2968EC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9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82DA4-4A00-EAEC-C714-7A2776A5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B9845-BBCD-4D85-BF28-A61BFCB7A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563CF-BD99-E0CE-B930-C8DA93B3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34396-FA87-C3BC-2A7D-37810251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A431-C907-5C2E-50E5-D2E4A9C4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90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3090-2610-05D7-E4EA-471A2379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EF8E-0731-B4CE-473E-F35944148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26B6F-539B-3422-88AB-5F0EB239E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AC92C-E07C-2E03-993C-41F1845EC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4D3BA-3109-ADAA-1EE8-CE84903F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A9786-E9E3-9CDC-AD7A-812E8CBC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4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D53E-84E0-EC50-C6C4-A6585FB2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7C3F5-001F-3BFD-876B-6D8A1002C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22BB87-8C26-B7DA-AEBF-36663FDF7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9439A-D079-DDB6-3727-316E50864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EEC743-8F8D-E605-9DCA-E070AA31F0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648A34-63E9-C6D1-F6D3-76B38BEF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EEC57-6ABE-BC66-9038-D6161E45B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25A214-0FAD-3BA9-4F79-325FC7CC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1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17C52-8847-FD6F-8D9A-FE58209F9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EBE883-D92F-6F46-8009-AC80DE5E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3B3B40-6A7B-77EB-AD87-C836FD852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3A94E-A1DC-B50A-047C-2026D189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2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BC29AA-3EFE-9E65-06C4-9FBEF9C3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6A862-91B3-4B01-6111-6F2F123E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9FE42-0EB7-F818-FA81-FC2D9E9C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BAC3-8BAF-AF55-0EE4-F5DEDC7D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0A839-5EAA-1675-3BAD-38710643C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AF835-7723-99E6-298F-432DF6096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E9715-3240-4C02-600F-EFFFF3D7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65B2B-1A7D-4C60-5B2F-E98FBDA2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6B3D1-2345-3029-64EB-41DE4FA65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2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5FF5-15D8-D6C7-28E4-AE6A2CE12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3F25C-39A6-86FA-1B60-CA939773C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20719-8F4F-3930-4EFC-2424DCCE6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CB9B2-C1C5-AE3D-DE93-E3395B94E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5704F-CAD4-2C7F-9FD7-5EE4AF1E2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DCB42-A411-C5B0-E255-A5D49B12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6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D08D-FE8A-7DE0-CC8C-F99CC4A27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AB8E1-2B49-CD22-B954-3796C700F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8842C-D4B6-AD12-15FD-BFAE2DF43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13D55-89D4-41DE-ED09-E786DE012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A22C6-F0FD-7833-C939-04FD1893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99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C39897-3895-FEE5-B5D7-FF4FCF96F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E1F44-FCA3-BB76-F2E5-278C13413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EED60-6EDC-D1D7-B7E6-7D43CAB9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C4E10-C5AB-6CEB-ED83-9FF9E25C5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D8D9E-C13D-815A-009C-03684FB6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00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B00CF-7E9F-B9E2-F644-61D2BBF9F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4A707-6DB6-7407-9A7A-D47804DAD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ADFB-D3F3-0A18-94FF-F12A2A842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4926B-FF50-4101-BB3B-F76960185FF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404F8-8C67-5684-D93D-C4B5F8DA9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0F7E-8A93-BDBC-0AF2-08C14FC75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37DF1-3F67-4A93-AD79-03624160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7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436BA81-F149-4458-0E29-07AB1DE1898D}"/>
              </a:ext>
            </a:extLst>
          </p:cNvPr>
          <p:cNvSpPr/>
          <p:nvPr/>
        </p:nvSpPr>
        <p:spPr>
          <a:xfrm>
            <a:off x="754840" y="1245792"/>
            <a:ext cx="2012908" cy="760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Neutral Variance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2A1128-8BC6-4C4A-795B-823FC1E7492F}"/>
              </a:ext>
            </a:extLst>
          </p:cNvPr>
          <p:cNvSpPr txBox="1"/>
          <p:nvPr/>
        </p:nvSpPr>
        <p:spPr>
          <a:xfrm>
            <a:off x="405036" y="214792"/>
            <a:ext cx="3768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given IDT we will: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D23995-3C2B-DEAD-0005-B35E1298FA0D}"/>
              </a:ext>
            </a:extLst>
          </p:cNvPr>
          <p:cNvSpPr/>
          <p:nvPr/>
        </p:nvSpPr>
        <p:spPr>
          <a:xfrm>
            <a:off x="3375302" y="1245792"/>
            <a:ext cx="1896306" cy="760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Correlation Between Channels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EBE126-97C9-91F1-D8EA-F888D14A97DC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767748" y="1626281"/>
            <a:ext cx="6075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6CF1AF-AE84-9462-2CC4-36BE5BB136F0}"/>
              </a:ext>
            </a:extLst>
          </p:cNvPr>
          <p:cNvSpPr/>
          <p:nvPr/>
        </p:nvSpPr>
        <p:spPr>
          <a:xfrm>
            <a:off x="5972241" y="1245791"/>
            <a:ext cx="1896306" cy="760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the amount of Clipping and Crushing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CC60FC-DB24-6BF9-8042-FDA54FD089CE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5271608" y="1626280"/>
            <a:ext cx="7006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88F7494-07E0-65E9-79E4-A70DF1F17D42}"/>
              </a:ext>
            </a:extLst>
          </p:cNvPr>
          <p:cNvSpPr/>
          <p:nvPr/>
        </p:nvSpPr>
        <p:spPr>
          <a:xfrm>
            <a:off x="8476099" y="1245790"/>
            <a:ext cx="1896306" cy="760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that local contrast is preserved (Laplacian energy/ edge detection?)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9D3712-EB2A-4815-5EB4-FAEC62873F1E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7868547" y="1626279"/>
            <a:ext cx="60755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8C1B4B5-632A-2564-B03D-33D3AB1D4F57}"/>
              </a:ext>
            </a:extLst>
          </p:cNvPr>
          <p:cNvSpPr/>
          <p:nvPr/>
        </p:nvSpPr>
        <p:spPr>
          <a:xfrm>
            <a:off x="871442" y="2814791"/>
            <a:ext cx="1896306" cy="760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Apply Forward and Reverse IDT, then do SSIM or PSNR (higher score better)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5A615C52-34CE-FC5E-F150-C732204992DC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 flipH="1">
            <a:off x="871442" y="1626279"/>
            <a:ext cx="9500963" cy="1569001"/>
          </a:xfrm>
          <a:prstGeom prst="bentConnector5">
            <a:avLst>
              <a:gd name="adj1" fmla="val -2406"/>
              <a:gd name="adj2" fmla="val 50000"/>
              <a:gd name="adj3" fmla="val 10240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1EFE6632-C9C9-9BA3-0972-8C1031FCF2D4}"/>
              </a:ext>
            </a:extLst>
          </p:cNvPr>
          <p:cNvSpPr/>
          <p:nvPr/>
        </p:nvSpPr>
        <p:spPr>
          <a:xfrm>
            <a:off x="5087756" y="952707"/>
            <a:ext cx="374352" cy="277277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E51DE46A-9B0D-9DF1-F133-DC7285F8633E}"/>
              </a:ext>
            </a:extLst>
          </p:cNvPr>
          <p:cNvSpPr/>
          <p:nvPr/>
        </p:nvSpPr>
        <p:spPr>
          <a:xfrm>
            <a:off x="2780022" y="2523845"/>
            <a:ext cx="374352" cy="277277"/>
          </a:xfrm>
          <a:prstGeom prst="triangl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AEAFF858-4961-9312-8435-9F9C43E5B277}"/>
              </a:ext>
            </a:extLst>
          </p:cNvPr>
          <p:cNvSpPr/>
          <p:nvPr/>
        </p:nvSpPr>
        <p:spPr>
          <a:xfrm rot="10800000">
            <a:off x="2593614" y="952707"/>
            <a:ext cx="374352" cy="27727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4DB69C0-3D9F-620E-9AB2-C4CDF7B4C621}"/>
              </a:ext>
            </a:extLst>
          </p:cNvPr>
          <p:cNvSpPr/>
          <p:nvPr/>
        </p:nvSpPr>
        <p:spPr>
          <a:xfrm rot="10800000">
            <a:off x="7789278" y="964610"/>
            <a:ext cx="374352" cy="27727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8E30A630-DF8A-B4CB-4A78-B93926788DF0}"/>
              </a:ext>
            </a:extLst>
          </p:cNvPr>
          <p:cNvSpPr/>
          <p:nvPr/>
        </p:nvSpPr>
        <p:spPr>
          <a:xfrm rot="10800000">
            <a:off x="10300300" y="964609"/>
            <a:ext cx="374352" cy="27727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E92479A-21CD-FA20-80D9-45C36A8CC4C9}"/>
              </a:ext>
            </a:extLst>
          </p:cNvPr>
          <p:cNvSpPr/>
          <p:nvPr/>
        </p:nvSpPr>
        <p:spPr>
          <a:xfrm>
            <a:off x="3615661" y="2814790"/>
            <a:ext cx="1896306" cy="7609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Noise Levels Post ODT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FB4BAB-E170-BFA2-2047-F82E9294B70F}"/>
              </a:ext>
            </a:extLst>
          </p:cNvPr>
          <p:cNvCxnSpPr>
            <a:cxnSpLocks/>
            <a:stCxn id="18" idx="3"/>
            <a:endCxn id="29" idx="1"/>
          </p:cNvCxnSpPr>
          <p:nvPr/>
        </p:nvCxnSpPr>
        <p:spPr>
          <a:xfrm flipV="1">
            <a:off x="2767748" y="3195279"/>
            <a:ext cx="84791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E7D59FB9-6896-9834-8000-EE3E39A8DE81}"/>
              </a:ext>
            </a:extLst>
          </p:cNvPr>
          <p:cNvSpPr/>
          <p:nvPr/>
        </p:nvSpPr>
        <p:spPr>
          <a:xfrm rot="10800000">
            <a:off x="5392300" y="2603717"/>
            <a:ext cx="374352" cy="277277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966671E-3056-43DB-BE5D-B940A3EFE977}"/>
              </a:ext>
            </a:extLst>
          </p:cNvPr>
          <p:cNvSpPr/>
          <p:nvPr/>
        </p:nvSpPr>
        <p:spPr>
          <a:xfrm>
            <a:off x="447995" y="5144765"/>
            <a:ext cx="2927307" cy="9246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Save an output Frame from each IDT (post ODT) for Human Observation</a:t>
            </a:r>
          </a:p>
        </p:txBody>
      </p:sp>
      <p:pic>
        <p:nvPicPr>
          <p:cNvPr id="3" name="Graphic 2" descr="Checkmark with solid fill">
            <a:extLst>
              <a:ext uri="{FF2B5EF4-FFF2-40B4-BE49-F238E27FC236}">
                <a16:creationId xmlns:a16="http://schemas.microsoft.com/office/drawing/2014/main" id="{E88F2CA4-D695-129B-91B5-51ED31AFB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7837" y="2252054"/>
            <a:ext cx="914400" cy="914400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2A3A5947-3FD6-5AD0-264B-FB5BC731A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557" y="584124"/>
            <a:ext cx="914400" cy="914400"/>
          </a:xfrm>
          <a:prstGeom prst="rect">
            <a:avLst/>
          </a:prstGeom>
        </p:spPr>
      </p:pic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DD337B50-51A2-391C-3675-72B21F6CA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158" y="554994"/>
            <a:ext cx="914400" cy="914400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F5ACC211-D6CF-F024-7B16-2DB046E5A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2723" y="543307"/>
            <a:ext cx="914400" cy="914400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A99BF202-FB7B-08B0-5F56-21DDA79AE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8310" y="52163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55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4D3D-62B5-5F2D-E320-FFCD1EB9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40AA-8C9D-BEA2-6D04-3D908A556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image handling</a:t>
            </a:r>
          </a:p>
          <a:p>
            <a:pPr lvl="1"/>
            <a:r>
              <a:rPr lang="en-US" dirty="0"/>
              <a:t>Load and parse the video into frames</a:t>
            </a:r>
          </a:p>
          <a:p>
            <a:r>
              <a:rPr lang="en-US" dirty="0"/>
              <a:t>Every different test is a different function call</a:t>
            </a:r>
          </a:p>
          <a:p>
            <a:r>
              <a:rPr lang="en-US" dirty="0"/>
              <a:t>Color Space transform </a:t>
            </a:r>
            <a:r>
              <a:rPr lang="en-US"/>
              <a:t>function handling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371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95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Things to build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malcolm zale</dc:creator>
  <cp:lastModifiedBy>malcolm zale</cp:lastModifiedBy>
  <cp:revision>14</cp:revision>
  <dcterms:created xsi:type="dcterms:W3CDTF">2026-02-02T21:21:05Z</dcterms:created>
  <dcterms:modified xsi:type="dcterms:W3CDTF">2026-02-10T22:45:23Z</dcterms:modified>
</cp:coreProperties>
</file>